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FFE2-7EEC-412C-802C-6711DEB0A98D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0E365-854E-4DD7-A3B8-9E56379337C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画面遷移図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8214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家計簿アプリ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Screen Transition Diagram  ｜  Ver. 1.1  ｜  詳細版（モーダル・エラー・from/to口座対応）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凡例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メイン画面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サブ画面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エラー / 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システム処理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287000" y="443484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79608" y="443484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新規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5943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600200" y="480060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画面遷移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4892040"/>
            <a:ext cx="5943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4160520" y="48006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戻る / 閉じる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3931920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2  全体画面遷移図（Overview）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3  ホーム・取引登録 詳細遷移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4  取引履歴・設定・通貨設定 詳細遷移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5  利息自動計算フロー（月利・from/to口座）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6  グラフ画面 詳細遷移（NEW）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Slide 7  画面一覧・遷移トリガー 対応表（全画面）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全体画面遷移図（Overview）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685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685800"/>
            <a:ext cx="21031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3208" y="731520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スプラッシュ画面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02352" y="1051560"/>
            <a:ext cx="195681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起動時表示 → 自動でホームへ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35608"/>
            <a:ext cx="0" cy="36576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126480" y="1517904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1790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自動遷移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72000" y="1801368"/>
            <a:ext cx="3017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801368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847088"/>
            <a:ext cx="28895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🏠 ホーム画面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45152" y="2167128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総資産（第1通貨換算）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第2通貨換算表示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保有通貨チップ / 口座カード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461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291840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取引履歴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611880"/>
            <a:ext cx="19110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一覧・フィルタ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32461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32461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0048" y="3291840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➕ 取引登録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79192" y="3611880"/>
            <a:ext cx="19110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収入/支出/振替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37760" y="32461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2461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3291840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🏦 口座詳細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10912" y="3611880"/>
            <a:ext cx="19110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残高・履歴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69480" y="32461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69480" y="32461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3291840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 設定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42632" y="3611880"/>
            <a:ext cx="19110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第1通貨・口座管理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01200" y="32461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01200" y="32461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65208" y="3291840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💱 通貨設定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74352" y="3611880"/>
            <a:ext cx="19110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第1＋第2通貨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303020" y="2834640"/>
            <a:ext cx="864108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03020" y="2834640"/>
            <a:ext cx="477774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03020" y="28346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3634740" y="2834640"/>
            <a:ext cx="244602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34740" y="28346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5966460" y="2834640"/>
            <a:ext cx="11430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66460" y="28346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6080760" y="2834640"/>
            <a:ext cx="221742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98180" y="28346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6080760" y="2834640"/>
            <a:ext cx="4549140" cy="0"/>
          </a:xfrm>
          <a:prstGeom prst="line">
            <a:avLst/>
          </a:prstGeom>
          <a:noFill/>
          <a:ln w="1397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29900" y="28346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27432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🔍 取引詳細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747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編集・削除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33172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33172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9572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 収入登録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40487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金額・to口座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38912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5312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🛒 支出登録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46227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カテゴリ・from口座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4652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4652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052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振替登録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51967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from/to口座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50392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50392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6792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 口座編集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57707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月利・削除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149840" y="4572000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149840" y="45720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13848" y="461772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💱 第2通貨設定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222992" y="4937760"/>
            <a:ext cx="154533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2通貨選択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120140" y="405079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201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3177540" y="4050792"/>
            <a:ext cx="457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775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3634740" y="4050792"/>
            <a:ext cx="1600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349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3634740" y="4050792"/>
            <a:ext cx="3657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23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8023860" y="4050792"/>
            <a:ext cx="1325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497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2" name="Shape 80"/>
          <p:cNvSpPr/>
          <p:nvPr/>
        </p:nvSpPr>
        <p:spPr>
          <a:xfrm>
            <a:off x="10629900" y="4050792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949940" y="4050792"/>
            <a:ext cx="0" cy="521208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4" name="Shape 82"/>
          <p:cNvSpPr/>
          <p:nvPr/>
        </p:nvSpPr>
        <p:spPr>
          <a:xfrm>
            <a:off x="9601200" y="1801368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601200" y="1801368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65208" y="184708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グラフ画面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674352" y="2167128"/>
            <a:ext cx="2139696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折れ線・縦棒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先月比較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589520" y="2203704"/>
            <a:ext cx="201168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89" name="Shape 87"/>
          <p:cNvSpPr/>
          <p:nvPr/>
        </p:nvSpPr>
        <p:spPr>
          <a:xfrm>
            <a:off x="8092440" y="204825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92440" y="204825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グラフタップ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274320" y="577900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274320" y="57790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38328" y="58247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エラーToast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20140" y="5376672"/>
            <a:ext cx="0" cy="40233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95" name="Shape 93"/>
          <p:cNvSpPr/>
          <p:nvPr/>
        </p:nvSpPr>
        <p:spPr>
          <a:xfrm>
            <a:off x="2331720" y="577900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2331720" y="57790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95728" y="58247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📂 カテゴリ選択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177540" y="5376672"/>
            <a:ext cx="0" cy="40233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99" name="Shape 97"/>
          <p:cNvSpPr/>
          <p:nvPr/>
        </p:nvSpPr>
        <p:spPr>
          <a:xfrm>
            <a:off x="4389120" y="577900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4389120" y="57790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53128" y="58247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🏦 口座選択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234940" y="5376672"/>
            <a:ext cx="0" cy="40233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103" name="Shape 101"/>
          <p:cNvSpPr/>
          <p:nvPr/>
        </p:nvSpPr>
        <p:spPr>
          <a:xfrm>
            <a:off x="6446520" y="577900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446520" y="57790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10528" y="58247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🗑️ 削除確認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292340" y="5376672"/>
            <a:ext cx="0" cy="40233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107" name="Shape 105"/>
          <p:cNvSpPr/>
          <p:nvPr/>
        </p:nvSpPr>
        <p:spPr>
          <a:xfrm>
            <a:off x="8503920" y="5779008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8503920" y="577900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67928" y="5824728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保存完了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9349740" y="5376672"/>
            <a:ext cx="0" cy="402336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ホーム画面 ／ 取引登録 ― 詳細遷移（from/to_account_id 対応）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06240" y="713232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0" y="71323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0248" y="758952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🏠 ホーム画面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79392" y="1078992"/>
            <a:ext cx="3602736" cy="1014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・総資産（第1通貨換算）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・第2通貨換算（アプリ起動時取得）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・口座カード（残高・種別）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・FABボタン（＋）/ グラフボタン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713232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1323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75895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➕ 取引登録 選択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078992"/>
            <a:ext cx="3328416" cy="1014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・収入を登録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・支出を登録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・振替を登録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・キャンセル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45720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arrow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474720" y="112471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247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FAB タップ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49040" y="1600200"/>
            <a:ext cx="45720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474720" y="144475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4447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キャンセル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8412480" y="713232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71323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6488" y="75895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🏦 口座詳細画面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485632" y="1078992"/>
            <a:ext cx="3328416" cy="1014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・口座名・残高・通貨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・取引履歴（from/to含む）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・口座編集ボタン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・振替ボタン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955280" y="1280160"/>
            <a:ext cx="45720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680960" y="112471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1247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口座カードタップ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955280" y="1600200"/>
            <a:ext cx="45720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680960" y="144475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4447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戻る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206240" y="580644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06240" y="5806440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5852160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グラフ画面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79392" y="6172200"/>
            <a:ext cx="360273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折れ線グラフ（今月収支日次）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縦棒グラフ（先月比較）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2130552"/>
            <a:ext cx="0" cy="3675888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126480" y="386791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86791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グラフボタン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080760" y="3931920"/>
            <a:ext cx="0" cy="187452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6126480" y="476859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7685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戻る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74320" y="263347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26334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267919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 収入登録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7472" y="2999232"/>
            <a:ext cx="332841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・金額（必須）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・日付・メモ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・to_account_id（収入先）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・保存 → transactions追加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206240" y="263347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26334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70248" y="267919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🛒 支出登録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79392" y="2999232"/>
            <a:ext cx="332841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・金額（必須）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・日付・カテゴリ・メモ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・from_account_id（支払元）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・保存 → transactions追加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138160" y="263347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38160" y="26334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02168" y="267919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振替登録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11312" y="2999232"/>
            <a:ext cx="332841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・金額（必須）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・日付・メモ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・from_account_id（振替元）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・to_account_id（振替先）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・保存 → transactions追加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011680" y="2130552"/>
            <a:ext cx="8138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11680" y="2130552"/>
            <a:ext cx="0" cy="502920"/>
          </a:xfrm>
          <a:prstGeom prst="line">
            <a:avLst/>
          </a:prstGeom>
          <a:noFill/>
          <a:ln w="1651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2057400" y="22814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57400" y="228142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収入タップ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943600" y="2130552"/>
            <a:ext cx="0" cy="50292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5989320" y="22814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89320" y="228142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支出タップ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9875520" y="2130552"/>
            <a:ext cx="0" cy="50292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9921240" y="22814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21240" y="228142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振替タップ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468880" y="354787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0" y="35478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to_account_id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400800" y="354787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5478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from_account_id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9692640" y="354787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92640" y="35478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+ to_account_id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74320" y="46634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74320" y="466344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" y="470916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バリデーションエラー（Toast）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47472" y="5029200"/>
            <a:ext cx="314553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金額未入力 / 口座未選択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振替元＝先 エラー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from/to同一口座チェック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920240" y="4142232"/>
            <a:ext cx="0" cy="521208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73" name="Shape 71"/>
          <p:cNvSpPr/>
          <p:nvPr/>
        </p:nvSpPr>
        <p:spPr>
          <a:xfrm>
            <a:off x="1965960" y="430225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65960" y="430225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保存（NG）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931920" y="46634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931920" y="466344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95928" y="4709160"/>
            <a:ext cx="1883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📂 カテゴリ選択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（Modal）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005072" y="5029200"/>
            <a:ext cx="186537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食費/交通費/娯楽…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937760" y="4142232"/>
            <a:ext cx="0" cy="52120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4983480" y="430225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83480" y="430225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カテゴリ欄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263640" y="46634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263640" y="466344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27648" y="4709160"/>
            <a:ext cx="1883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🏦 口座選択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（Modal）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336792" y="5029200"/>
            <a:ext cx="186537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 口座リスト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同一口座除外フィルタ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269480" y="4142232"/>
            <a:ext cx="0" cy="52120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87" name="Shape 85"/>
          <p:cNvSpPr/>
          <p:nvPr/>
        </p:nvSpPr>
        <p:spPr>
          <a:xfrm>
            <a:off x="7315200" y="430225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15200" y="430225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口座欄タップ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8503920" y="46634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8503920" y="466344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67928" y="470916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保存完了（Toast）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577072" y="5029200"/>
            <a:ext cx="323697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transactions保存完了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残高へ自動反映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ホームへ自動遷移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0149840" y="4142232"/>
            <a:ext cx="0" cy="521208"/>
          </a:xfrm>
          <a:prstGeom prst="line">
            <a:avLst/>
          </a:prstGeom>
          <a:noFill/>
          <a:ln w="16510">
            <a:solidFill>
              <a:srgbClr val="059669"/>
            </a:solidFill>
            <a:prstDash val="solid"/>
            <a:headEnd type="none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10195560" y="430225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195560" y="430225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保存成功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8412480" y="263347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412480" y="26334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76488" y="2679192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 口座編集（Modal）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485632" y="2999232"/>
            <a:ext cx="332841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・口座名変更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・月利設定（貯蓄のみ）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・利息付与日設定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・口座削除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149840" y="2130552"/>
            <a:ext cx="0" cy="50292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101" name="Shape 99"/>
          <p:cNvSpPr/>
          <p:nvPr/>
        </p:nvSpPr>
        <p:spPr>
          <a:xfrm>
            <a:off x="10195560" y="2281428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195560" y="228142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編集ボタン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8412480" y="5989320"/>
            <a:ext cx="3474720" cy="749808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8412480" y="598932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476488" y="6035040"/>
            <a:ext cx="3346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🗑️ 口座削除確認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8485632" y="6355080"/>
            <a:ext cx="332841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OK → 口座削除・ホームへ戻る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0149840" y="4142232"/>
            <a:ext cx="0" cy="1847088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108" name="Shape 106"/>
          <p:cNvSpPr/>
          <p:nvPr/>
        </p:nvSpPr>
        <p:spPr>
          <a:xfrm>
            <a:off x="10195560" y="496519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195560" y="496519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削除タップ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取引履歴 ／ 設定 ／ 通貨設定 ― 詳細遷移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取引履歴フロー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51560"/>
            <a:ext cx="37124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取引履歴一覧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3694176" cy="8778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・全取引リスト（日付順）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・収入🟢 支出🔴 振替🔵 利息🟡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・from/to口座名を表示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・フィルタボタン / 行タップで詳細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3464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880360"/>
            <a:ext cx="1655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🔽 フィルタ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（Modal）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3200400"/>
            <a:ext cx="1636776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期間・種別・口座絞込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43000" y="2286000"/>
            <a:ext cx="0" cy="54864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88720" y="245973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4597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フィルタ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331720" y="28346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31720" y="283464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288036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🔍 取引詳細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04872" y="3200400"/>
            <a:ext cx="1682496" cy="969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・金額・日付・カテゴリ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・メモ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・from口座 / to口座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・編集 / 削除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2194560"/>
            <a:ext cx="54864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057400" y="203911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0391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行タップ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61772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663440"/>
            <a:ext cx="16550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✏️ 取引編集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983480"/>
            <a:ext cx="1636776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フォーム再表示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from/to再選択可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43000" y="4206240"/>
            <a:ext cx="0" cy="4114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188720" y="431139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3113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編集タップ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331720" y="4617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331720" y="46177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95728" y="4663440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🗑️ 削除確認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04872" y="4983480"/>
            <a:ext cx="1682496" cy="4663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OK → リスト更新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残高へ自動反映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46120" y="4206240"/>
            <a:ext cx="0" cy="41148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3291840" y="431139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3113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削除タップ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246120" y="2286000"/>
            <a:ext cx="0" cy="3200400"/>
          </a:xfrm>
          <a:prstGeom prst="line">
            <a:avLst/>
          </a:prstGeom>
          <a:noFill/>
          <a:ln w="16510">
            <a:solidFill>
              <a:srgbClr val="DC2626"/>
            </a:solidFill>
            <a:prstDash val="dash"/>
            <a:headEnd type="arrow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291840" y="378561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78561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削除完了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4320" y="59436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5943600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5989320"/>
            <a:ext cx="37124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入力エラー / DB エラー（Toast）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7472" y="6309360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必須項目未入力 / 保存失敗 / from=to エラー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143000" y="5760720"/>
            <a:ext cx="0" cy="18288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4663440" y="68580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⚙️ 設定フロー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10058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100584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27448" y="105156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設定画面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36592" y="1371600"/>
            <a:ext cx="3145536" cy="557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・第1通貨選択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・口座管理リンク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・通貨設定リンク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63440" y="26060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260604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27448" y="265176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🏦 口座管理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36592" y="2971800"/>
            <a:ext cx="3145536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・口座リスト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・口座追加（＋）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・並び替え / 非表示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09360" y="1965960"/>
            <a:ext cx="0" cy="640080"/>
          </a:xfrm>
          <a:prstGeom prst="line">
            <a:avLst/>
          </a:prstGeom>
          <a:noFill/>
          <a:ln w="16510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6355080" y="218541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18541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口座管理タップ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800600" y="416941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434340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27448" y="438912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➕ 口座新規作成（Modal）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36592" y="4709160"/>
            <a:ext cx="3145536" cy="969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・口座名（必須）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・種別: 財布/普通/貯蓄/外貨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・通貨選択 / 初期残高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・貯蓄 → 月利・付与日設定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09360" y="3703320"/>
            <a:ext cx="0" cy="64008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6355080" y="392277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92277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＋タップ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663440" y="598932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63440" y="598932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27448" y="603504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月利・付与日設定（貯蓄のみ）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36592" y="6355080"/>
            <a:ext cx="314553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種別＝貯蓄選択時のみ追加フィールド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309360" y="5715000"/>
            <a:ext cx="0" cy="27432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6355080" y="575157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575157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種別=貯蓄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595360" y="68580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💱 通貨設定フロー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595360" y="1005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595360" y="100584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59368" y="105156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通貨設定画面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668512" y="1371600"/>
            <a:ext cx="3236976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・保有通貨リスト（最大10種）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・第1通貨フラグ（is_home）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・第2通貨フラグ（is_second） 🆕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595360" y="27889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8595360" y="278892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59368" y="283464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🌐 第2通貨設定（Modal）🆕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668512" y="3154680"/>
            <a:ext cx="3236976" cy="649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・第1通貨は変更可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・第2通貨を1つ選択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・アプリ起動時にレート取得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287000" y="2148840"/>
            <a:ext cx="0" cy="64008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83" name="Shape 81"/>
          <p:cNvSpPr/>
          <p:nvPr/>
        </p:nvSpPr>
        <p:spPr>
          <a:xfrm>
            <a:off x="10332720" y="236829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32720" y="23682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第2通貨ボタン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8595360" y="3310128"/>
            <a:ext cx="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8140700" y="283464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92440" y="283464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保存/閉じる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利息自動計算フロー（月利 ＆ from/to_account_id 対応）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0" y="749808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0" y="749808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795528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🕐 アプリ起動 / バックグラウンド処理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87952" y="1115568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起動時 または 日付変更イベントを検知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591056"/>
            <a:ext cx="0" cy="146304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114800" y="173736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73736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783080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📅 今日 ＝ 利息付与日？（チェック）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87952" y="2103120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貯蓄口座の interest_date と照合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80760" y="2578608"/>
            <a:ext cx="0" cy="164592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114800" y="27432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274320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2788920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🔁 貯蓄口座ループ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87952" y="3108960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全貯蓄口座を反復（複数口座対応）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80760" y="3584448"/>
            <a:ext cx="0" cy="164592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114800" y="374904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0" y="374904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3794760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🧮 月利計算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87952" y="4114800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残高 × 月利（interest_rate）＝ 利息額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端数切り捨て（円以下）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4590288"/>
            <a:ext cx="0" cy="164592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114800" y="475488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475488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8808" y="4800600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💾 DB 更新（accounts ＋ transactions）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87952" y="5120640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accounts.balance += 利息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 transactions 挿入（次スライド参照）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5596128"/>
            <a:ext cx="0" cy="210312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114800" y="580644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0" y="5806440"/>
            <a:ext cx="393192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78808" y="5852160"/>
            <a:ext cx="3803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ホーム画面を更新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87952" y="6172200"/>
            <a:ext cx="378561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総資産・口座残高を再描画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503920" y="1737360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03920" y="173736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67928" y="178308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⏭️ 処理スキップ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77072" y="2103120"/>
            <a:ext cx="32369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付与日でなければ何もしない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次回起動時に再チェック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046720" y="2157984"/>
            <a:ext cx="45720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7772400" y="20025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0025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付与日でない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503920" y="3749040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03920" y="374904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67928" y="379476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利率未設定スキップ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77072" y="4114800"/>
            <a:ext cx="32369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interest_rate ＝ 0 または NULL → スキップ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046720" y="4169664"/>
            <a:ext cx="45720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7772400" y="401421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401421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月利＝0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8503920" y="4754880"/>
            <a:ext cx="3383280" cy="841248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503920" y="4754880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67928" y="4800600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🚨 DB 保存エラー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77072" y="5120640"/>
            <a:ext cx="3236976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保存失敗 → エラーログ記録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次回起動時にリトライ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46720" y="5175504"/>
            <a:ext cx="45720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7772400" y="502005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0" y="502005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保存失敗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274320" y="2743200"/>
            <a:ext cx="35661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2743200"/>
            <a:ext cx="356616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" y="2788920"/>
            <a:ext cx="34381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📄 transactions 挿入レコード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47472" y="3108960"/>
            <a:ext cx="3419856" cy="1444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type: 'interest'（利息）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amount: 計算した利息額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date: 付与日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from_account_id: NULL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to_account_id: 対象口座ID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memo: '月利自動付与'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40480" y="4169664"/>
            <a:ext cx="27432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dash"/>
            <a:headEnd type="arrow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3474720" y="401421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0" y="401421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レコード詳細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274320" y="74980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749808"/>
            <a:ext cx="356616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" y="795528"/>
            <a:ext cx="34381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📄 振替時の transactions レコード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47472" y="1115568"/>
            <a:ext cx="3419856" cy="1289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type: 'transfer'（振替）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amount: 振替金額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from_account_id: 振替元口座ID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to_account_id: 振替先口座ID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※ 収支計上なし・残高のみ更新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840480" y="3163824"/>
            <a:ext cx="27432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dash"/>
            <a:headEnd type="arrow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474720" y="300837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0" y="300837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振替参考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グラフ画面 ― 詳細遷移（Ver.1.1 新規追加）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758952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🏠 ホーム画面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3145536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・グラフボタン（上部右）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・または専用タブから遷移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06240" y="713232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71323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758952"/>
            <a:ext cx="36210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グラフ画面（メイン）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79392" y="1078992"/>
            <a:ext cx="3602736" cy="9235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・折れ線グラフ タブ（デフォルト）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・縦棒グラフ タブ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・月セレクタ（当月デフォルト）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・口座フィルタ（全口座/個別）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66160" y="1325880"/>
            <a:ext cx="640080" cy="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383280" y="117043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グラフボタン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566160" y="1600200"/>
            <a:ext cx="64008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383280" y="144475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4447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戻る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60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606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折れ線グラフ タブ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926080"/>
            <a:ext cx="351129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・X軸：日付（1日〜月末）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・Y軸：金額（第1通貨）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・収入ライン（緑）/ 支出ライン（赤）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・タップ → 日次金額ツールチップ表示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03120" y="2039112"/>
            <a:ext cx="0" cy="521208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148840" y="219913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219913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折れ線タブ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206240" y="25603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CCFBF1"/>
          </a:solidFill>
          <a:ln w="19050">
            <a:solidFill>
              <a:srgbClr val="99F6E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0" y="2560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48" y="2606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縦棒グラフ タブ（先月比較）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79392" y="2926080"/>
            <a:ext cx="351129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・X軸：今月 / 先月（2グループ）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・Y軸：金額（第1通貨）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・収入棒（緑）/ 支出棒（赤）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・先月比 ±○○円・±○○% をヘッダー表示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80760" y="2039112"/>
            <a:ext cx="0" cy="521208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126480" y="2199132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19913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縦棒タブ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229600" y="25603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0" y="2560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608" y="2606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🔽 グラフフィルタ（Modal）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02752" y="2926080"/>
            <a:ext cx="3511296" cy="1106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・口座選択（全口座 / 個別口座）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・種別選択（収入のみ / 支出のみ / 両方）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・適用ボタン → グラフ再描画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55280" y="2039112"/>
            <a:ext cx="27432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7589520" y="18836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188366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フィルタボタン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0058400" y="2039112"/>
            <a:ext cx="0" cy="52120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7955280" y="3310128"/>
            <a:ext cx="27432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7589520" y="31546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15468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適用/閉じる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74320" y="4709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470916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475488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 日次ツールチップ（折れ線タップ）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" y="5074920"/>
            <a:ext cx="35112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日付・収入額・支出額・差額を表示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タップ外し / 別箇所タップで非表示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03120" y="4069080"/>
            <a:ext cx="0" cy="64008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2148840" y="428853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48840" y="42885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グラフ上タップ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103120" y="4069080"/>
            <a:ext cx="0" cy="640080"/>
          </a:xfrm>
          <a:prstGeom prst="line">
            <a:avLst/>
          </a:prstGeom>
          <a:noFill/>
          <a:ln w="1651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148840" y="428853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42885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閉じる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206240" y="4709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206240" y="470916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48" y="475488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月次サマリー表示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79392" y="5074920"/>
            <a:ext cx="35112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今月合計収入 / 今月合計支出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差額（収支バランス）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先月比較（金額・パーセント）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80760" y="4069080"/>
            <a:ext cx="0" cy="64008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126480" y="428853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42885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自動計算表示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229600" y="4709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229600" y="470916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93608" y="475488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🗄️ データソース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302752" y="5074920"/>
            <a:ext cx="35112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transactions テーブルを集計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type別（収入/支出）・日付別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from/to_account_idで口座フィルタ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863840" y="5166360"/>
            <a:ext cx="365760" cy="0"/>
          </a:xfrm>
          <a:prstGeom prst="line">
            <a:avLst/>
          </a:prstGeom>
          <a:noFill/>
          <a:ln w="16510">
            <a:solidFill>
              <a:srgbClr val="3B82F6"/>
            </a:solidFill>
            <a:prstDash val="dash"/>
            <a:headEnd type="arrow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7543800" y="501091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43800" y="5010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DB参照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320" y="598932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EE2E2"/>
          </a:solidFill>
          <a:ln w="19050">
            <a:solidFill>
              <a:srgbClr val="FECAC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74320" y="5989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" y="6035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データなし表示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47472" y="6355080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当月取引なし → 「データがありません」表示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103120" y="5623560"/>
            <a:ext cx="0" cy="36576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2148840" y="570585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48840" y="5705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データ0件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206240" y="598932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9050">
            <a:solidFill>
              <a:srgbClr val="DDD6F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206240" y="5989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0248" y="6035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📅 月セレクタ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279392" y="6355080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← → で前後月へ移動 / 当月デフォルト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080760" y="5623560"/>
            <a:ext cx="0" cy="36576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81" name="Shape 79"/>
          <p:cNvSpPr/>
          <p:nvPr/>
        </p:nvSpPr>
        <p:spPr>
          <a:xfrm>
            <a:off x="6126480" y="5705856"/>
            <a:ext cx="960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26480" y="570585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月切替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8229600" y="5989320"/>
            <a:ext cx="365760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8229600" y="5989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93608" y="6035040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fl_chart 使用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8302752" y="6355080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Flutter: fl_chart ライブラリ</a:t>
            </a:r>
            <a:endParaRPr lang="en-US" sz="7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タップインタラクション・アニメーション対応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"/>
            <a:ext cx="9601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画面一覧 ／ 遷移トリガー 対応表（Ver.1.1 全画面）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15600" y="109728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109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Ver.1.1 更新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" y="658368"/>
            <a:ext cx="11978640" cy="248717"/>
          </a:xfrm>
          <a:prstGeom prst="rect">
            <a:avLst/>
          </a:prstGeom>
          <a:solidFill>
            <a:srgbClr val="2C528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" y="694944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画面名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96896" y="694944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種別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02736" y="694944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遷移元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57216" y="694944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遷移トリガー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88936" y="694944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遷移先 / 備考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" y="907085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" y="943661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スプラッシュ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596896" y="943661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システム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02736" y="943661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（起動）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157216" y="943661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自動（起動後即時）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488936" y="943661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ホーム画面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1440" y="1155802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" y="1192378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ホーム画面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596896" y="1192378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602736" y="1192378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全画面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157216" y="1192378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Tabバー / 戻る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488936" y="1192378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（ルート）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1440" y="1404518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" y="1441094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取引登録 選択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2596896" y="1441094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602736" y="1441094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157216" y="1441094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FAB ＋ タップ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488936" y="1441094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収入/支出/振替登録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1440" y="1653235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" y="1689811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収入登録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2596896" y="1689811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602736" y="1689811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取引登録選択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157216" y="1689811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「収入」タップ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7488936" y="1689811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 / エラーToast　to_account_id必須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1440" y="1901952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" y="1938528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支出登録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596896" y="1938528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602736" y="1938528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取引登録選択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5157216" y="1938528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「支出」タップ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488936" y="1938528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 / カテゴリModal　from_account_id必須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91440" y="2150669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" y="2187245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振替登録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596896" y="2187245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3602736" y="2187245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取引登録選択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157216" y="2187245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「振替」タップ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488936" y="2187245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　from/to_account_id両方必須・同一不可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91440" y="2399386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" y="2435962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取引履歴一覧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2596896" y="2435962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3602736" y="2435962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 / Tab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5157216" y="2435962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Tabタップ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7488936" y="2435962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取引詳細 / フィルタModal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91440" y="2648102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" y="2684678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取引詳細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2596896" y="2684678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602736" y="2684678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取引履歴一覧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5157216" y="2684678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行タップ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7488936" y="2684678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取引編集 / 削除確認　from/to口座名表示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91440" y="2896819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" y="2933395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取引編集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596896" y="2933395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3602736" y="2933395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取引詳細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5157216" y="2933395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編集ボタン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7488936" y="2933395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取引詳細（保存後）　from/to再選択可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91440" y="3145536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3736" y="3182112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口座詳細画面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2596896" y="3182112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3602736" y="3182112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5157216" y="3182112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口座カードタップ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7488936" y="3182112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口座編集Modal / 振替登録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91440" y="3394253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3736" y="3430829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口座編集（Modal）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2596896" y="3430829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3602736" y="3430829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口座詳細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5157216" y="3430829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編集ボタン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7488936" y="3430829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口座詳細（保存）/ 削除確認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91440" y="3642970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3736" y="3679546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設定画面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596896" y="3679546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3602736" y="3679546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 / Tab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5157216" y="3679546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Tabタップ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7488936" y="3679546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 / 通貨設定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91440" y="3891686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73736" y="3928262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2596896" y="3928262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サブ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3602736" y="3928262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設定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5157216" y="3928262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「口座管理」タップ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7488936" y="3928262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口座新規作成Modal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91440" y="4140403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3736" y="4176979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口座新規作成（Modal）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2596896" y="4176979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3602736" y="4176979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5157216" y="4176979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＋ タップ</a:t>
            </a:r>
            <a:endParaRPr lang="en-US" sz="780" dirty="0"/>
          </a:p>
        </p:txBody>
      </p:sp>
      <p:sp>
        <p:nvSpPr>
          <p:cNvPr id="95" name="Text 93"/>
          <p:cNvSpPr/>
          <p:nvPr/>
        </p:nvSpPr>
        <p:spPr>
          <a:xfrm>
            <a:off x="7488936" y="4176979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口座管理（保存）　貯蓄 → 月利フィールド表示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91440" y="4389120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3736" y="4425696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通貨設定画面</a:t>
            </a:r>
            <a:endParaRPr lang="en-US" sz="780" dirty="0"/>
          </a:p>
        </p:txBody>
      </p:sp>
      <p:sp>
        <p:nvSpPr>
          <p:cNvPr id="98" name="Text 96"/>
          <p:cNvSpPr/>
          <p:nvPr/>
        </p:nvSpPr>
        <p:spPr>
          <a:xfrm>
            <a:off x="2596896" y="4425696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C528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3602736" y="4425696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設定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5157216" y="4425696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「通貨設定」タップ</a:t>
            </a:r>
            <a:endParaRPr lang="en-US" sz="780" dirty="0"/>
          </a:p>
        </p:txBody>
      </p:sp>
      <p:sp>
        <p:nvSpPr>
          <p:cNvPr id="101" name="Text 99"/>
          <p:cNvSpPr/>
          <p:nvPr/>
        </p:nvSpPr>
        <p:spPr>
          <a:xfrm>
            <a:off x="7488936" y="4425696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第2通貨設定Modal / 削除確認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91440" y="4637837"/>
            <a:ext cx="11978640" cy="248717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3736" y="4674413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第2通貨設定（Modal）🆕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2596896" y="4674413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3602736" y="4674413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</a:t>
            </a:r>
            <a:endParaRPr lang="en-US" sz="780" dirty="0"/>
          </a:p>
        </p:txBody>
      </p:sp>
      <p:sp>
        <p:nvSpPr>
          <p:cNvPr id="106" name="Text 104"/>
          <p:cNvSpPr/>
          <p:nvPr/>
        </p:nvSpPr>
        <p:spPr>
          <a:xfrm>
            <a:off x="5157216" y="4674413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第2通貨ボタン</a:t>
            </a:r>
            <a:endParaRPr lang="en-US" sz="780" dirty="0"/>
          </a:p>
        </p:txBody>
      </p:sp>
      <p:sp>
        <p:nvSpPr>
          <p:cNvPr id="107" name="Text 105"/>
          <p:cNvSpPr/>
          <p:nvPr/>
        </p:nvSpPr>
        <p:spPr>
          <a:xfrm>
            <a:off x="7488936" y="4674413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通貨設定（is_second更新）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91440" y="4886554"/>
            <a:ext cx="11978640" cy="248717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73736" y="4923130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 🆕</a:t>
            </a:r>
            <a:endParaRPr lang="en-US" sz="780" dirty="0"/>
          </a:p>
        </p:txBody>
      </p:sp>
      <p:sp>
        <p:nvSpPr>
          <p:cNvPr id="110" name="Text 108"/>
          <p:cNvSpPr/>
          <p:nvPr/>
        </p:nvSpPr>
        <p:spPr>
          <a:xfrm>
            <a:off x="2596896" y="4923130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メイン</a:t>
            </a:r>
            <a:endParaRPr lang="en-US" sz="780" dirty="0"/>
          </a:p>
        </p:txBody>
      </p:sp>
      <p:sp>
        <p:nvSpPr>
          <p:cNvPr id="111" name="Text 109"/>
          <p:cNvSpPr/>
          <p:nvPr/>
        </p:nvSpPr>
        <p:spPr>
          <a:xfrm>
            <a:off x="3602736" y="4923130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</a:t>
            </a:r>
            <a:endParaRPr lang="en-US" sz="780" dirty="0"/>
          </a:p>
        </p:txBody>
      </p:sp>
      <p:sp>
        <p:nvSpPr>
          <p:cNvPr id="112" name="Text 110"/>
          <p:cNvSpPr/>
          <p:nvPr/>
        </p:nvSpPr>
        <p:spPr>
          <a:xfrm>
            <a:off x="5157216" y="4923130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グラフボタン</a:t>
            </a:r>
            <a:endParaRPr lang="en-US" sz="780" dirty="0"/>
          </a:p>
        </p:txBody>
      </p:sp>
      <p:sp>
        <p:nvSpPr>
          <p:cNvPr id="113" name="Text 111"/>
          <p:cNvSpPr/>
          <p:nvPr/>
        </p:nvSpPr>
        <p:spPr>
          <a:xfrm>
            <a:off x="7488936" y="4923130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折れ線/縦棒タブ / フィルタModal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91440" y="5135270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73736" y="5171846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カテゴリ選択（Modal）</a:t>
            </a:r>
            <a:endParaRPr lang="en-US" sz="780" dirty="0"/>
          </a:p>
        </p:txBody>
      </p:sp>
      <p:sp>
        <p:nvSpPr>
          <p:cNvPr id="116" name="Text 114"/>
          <p:cNvSpPr/>
          <p:nvPr/>
        </p:nvSpPr>
        <p:spPr>
          <a:xfrm>
            <a:off x="2596896" y="5171846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117" name="Text 115"/>
          <p:cNvSpPr/>
          <p:nvPr/>
        </p:nvSpPr>
        <p:spPr>
          <a:xfrm>
            <a:off x="3602736" y="5171846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支出登録</a:t>
            </a:r>
            <a:endParaRPr lang="en-US" sz="780" dirty="0"/>
          </a:p>
        </p:txBody>
      </p:sp>
      <p:sp>
        <p:nvSpPr>
          <p:cNvPr id="118" name="Text 116"/>
          <p:cNvSpPr/>
          <p:nvPr/>
        </p:nvSpPr>
        <p:spPr>
          <a:xfrm>
            <a:off x="5157216" y="5171846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カテゴリ欄タップ</a:t>
            </a:r>
            <a:endParaRPr lang="en-US" sz="780" dirty="0"/>
          </a:p>
        </p:txBody>
      </p:sp>
      <p:sp>
        <p:nvSpPr>
          <p:cNvPr id="119" name="Text 117"/>
          <p:cNvSpPr/>
          <p:nvPr/>
        </p:nvSpPr>
        <p:spPr>
          <a:xfrm>
            <a:off x="7488936" y="5171846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支出登録（選択後）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91440" y="5383987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73736" y="5420563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口座選択（Modal）</a:t>
            </a:r>
            <a:endParaRPr lang="en-US" sz="780" dirty="0"/>
          </a:p>
        </p:txBody>
      </p:sp>
      <p:sp>
        <p:nvSpPr>
          <p:cNvPr id="122" name="Text 120"/>
          <p:cNvSpPr/>
          <p:nvPr/>
        </p:nvSpPr>
        <p:spPr>
          <a:xfrm>
            <a:off x="2596896" y="5420563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C3AE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123" name="Text 121"/>
          <p:cNvSpPr/>
          <p:nvPr/>
        </p:nvSpPr>
        <p:spPr>
          <a:xfrm>
            <a:off x="3602736" y="5420563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各登録画面</a:t>
            </a:r>
            <a:endParaRPr lang="en-US" sz="780" dirty="0"/>
          </a:p>
        </p:txBody>
      </p:sp>
      <p:sp>
        <p:nvSpPr>
          <p:cNvPr id="124" name="Text 122"/>
          <p:cNvSpPr/>
          <p:nvPr/>
        </p:nvSpPr>
        <p:spPr>
          <a:xfrm>
            <a:off x="5157216" y="5420563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from/to口座欄タップ</a:t>
            </a:r>
            <a:endParaRPr lang="en-US" sz="780" dirty="0"/>
          </a:p>
        </p:txBody>
      </p:sp>
      <p:sp>
        <p:nvSpPr>
          <p:cNvPr id="125" name="Text 123"/>
          <p:cNvSpPr/>
          <p:nvPr/>
        </p:nvSpPr>
        <p:spPr>
          <a:xfrm>
            <a:off x="7488936" y="5420563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登録画面（選択後）　振替は同一口座除外</a:t>
            </a:r>
            <a:endParaRPr lang="en-US" sz="780" dirty="0"/>
          </a:p>
        </p:txBody>
      </p:sp>
      <p:sp>
        <p:nvSpPr>
          <p:cNvPr id="126" name="Shape 124"/>
          <p:cNvSpPr/>
          <p:nvPr/>
        </p:nvSpPr>
        <p:spPr>
          <a:xfrm>
            <a:off x="91440" y="5632704"/>
            <a:ext cx="11978640" cy="248717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73736" y="5669280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グラフフィルタ（Modal）🆕</a:t>
            </a:r>
            <a:endParaRPr lang="en-US" sz="780" dirty="0"/>
          </a:p>
        </p:txBody>
      </p:sp>
      <p:sp>
        <p:nvSpPr>
          <p:cNvPr id="128" name="Text 126"/>
          <p:cNvSpPr/>
          <p:nvPr/>
        </p:nvSpPr>
        <p:spPr>
          <a:xfrm>
            <a:off x="2596896" y="5669280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モーダル</a:t>
            </a:r>
            <a:endParaRPr lang="en-US" sz="780" dirty="0"/>
          </a:p>
        </p:txBody>
      </p:sp>
      <p:sp>
        <p:nvSpPr>
          <p:cNvPr id="129" name="Text 127"/>
          <p:cNvSpPr/>
          <p:nvPr/>
        </p:nvSpPr>
        <p:spPr>
          <a:xfrm>
            <a:off x="3602736" y="5669280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</a:t>
            </a:r>
            <a:endParaRPr lang="en-US" sz="780" dirty="0"/>
          </a:p>
        </p:txBody>
      </p:sp>
      <p:sp>
        <p:nvSpPr>
          <p:cNvPr id="130" name="Text 128"/>
          <p:cNvSpPr/>
          <p:nvPr/>
        </p:nvSpPr>
        <p:spPr>
          <a:xfrm>
            <a:off x="5157216" y="5669280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フィルタボタン</a:t>
            </a:r>
            <a:endParaRPr lang="en-US" sz="780" dirty="0"/>
          </a:p>
        </p:txBody>
      </p:sp>
      <p:sp>
        <p:nvSpPr>
          <p:cNvPr id="131" name="Text 129"/>
          <p:cNvSpPr/>
          <p:nvPr/>
        </p:nvSpPr>
        <p:spPr>
          <a:xfrm>
            <a:off x="7488936" y="5669280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グラフ画面（再描画）</a:t>
            </a:r>
            <a:endParaRPr lang="en-US" sz="780" dirty="0"/>
          </a:p>
        </p:txBody>
      </p:sp>
      <p:sp>
        <p:nvSpPr>
          <p:cNvPr id="132" name="Shape 130"/>
          <p:cNvSpPr/>
          <p:nvPr/>
        </p:nvSpPr>
        <p:spPr>
          <a:xfrm>
            <a:off x="91440" y="5881421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73736" y="5917997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削除確認ダイアログ</a:t>
            </a:r>
            <a:endParaRPr lang="en-US" sz="780" dirty="0"/>
          </a:p>
        </p:txBody>
      </p:sp>
      <p:sp>
        <p:nvSpPr>
          <p:cNvPr id="134" name="Text 132"/>
          <p:cNvSpPr/>
          <p:nvPr/>
        </p:nvSpPr>
        <p:spPr>
          <a:xfrm>
            <a:off x="2596896" y="5917997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エラー系</a:t>
            </a:r>
            <a:endParaRPr lang="en-US" sz="780" dirty="0"/>
          </a:p>
        </p:txBody>
      </p:sp>
      <p:sp>
        <p:nvSpPr>
          <p:cNvPr id="135" name="Text 133"/>
          <p:cNvSpPr/>
          <p:nvPr/>
        </p:nvSpPr>
        <p:spPr>
          <a:xfrm>
            <a:off x="3602736" y="5917997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各詳細画面</a:t>
            </a:r>
            <a:endParaRPr lang="en-US" sz="780" dirty="0"/>
          </a:p>
        </p:txBody>
      </p:sp>
      <p:sp>
        <p:nvSpPr>
          <p:cNvPr id="136" name="Text 134"/>
          <p:cNvSpPr/>
          <p:nvPr/>
        </p:nvSpPr>
        <p:spPr>
          <a:xfrm>
            <a:off x="5157216" y="5917997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削除ボタンタップ</a:t>
            </a:r>
            <a:endParaRPr lang="en-US" sz="780" dirty="0"/>
          </a:p>
        </p:txBody>
      </p:sp>
      <p:sp>
        <p:nvSpPr>
          <p:cNvPr id="137" name="Text 135"/>
          <p:cNvSpPr/>
          <p:nvPr/>
        </p:nvSpPr>
        <p:spPr>
          <a:xfrm>
            <a:off x="7488936" y="5917997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一覧（OK）/ 詳細（Cancel）</a:t>
            </a:r>
            <a:endParaRPr lang="en-US" sz="780" dirty="0"/>
          </a:p>
        </p:txBody>
      </p:sp>
      <p:sp>
        <p:nvSpPr>
          <p:cNvPr id="138" name="Shape 136"/>
          <p:cNvSpPr/>
          <p:nvPr/>
        </p:nvSpPr>
        <p:spPr>
          <a:xfrm>
            <a:off x="91440" y="6130138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73736" y="6166714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入力エラー Toast</a:t>
            </a:r>
            <a:endParaRPr lang="en-US" sz="780" dirty="0"/>
          </a:p>
        </p:txBody>
      </p:sp>
      <p:sp>
        <p:nvSpPr>
          <p:cNvPr id="140" name="Text 138"/>
          <p:cNvSpPr/>
          <p:nvPr/>
        </p:nvSpPr>
        <p:spPr>
          <a:xfrm>
            <a:off x="2596896" y="6166714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エラー系</a:t>
            </a:r>
            <a:endParaRPr lang="en-US" sz="780" dirty="0"/>
          </a:p>
        </p:txBody>
      </p:sp>
      <p:sp>
        <p:nvSpPr>
          <p:cNvPr id="141" name="Text 139"/>
          <p:cNvSpPr/>
          <p:nvPr/>
        </p:nvSpPr>
        <p:spPr>
          <a:xfrm>
            <a:off x="3602736" y="6166714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各登録画面</a:t>
            </a:r>
            <a:endParaRPr lang="en-US" sz="780" dirty="0"/>
          </a:p>
        </p:txBody>
      </p:sp>
      <p:sp>
        <p:nvSpPr>
          <p:cNvPr id="142" name="Text 140"/>
          <p:cNvSpPr/>
          <p:nvPr/>
        </p:nvSpPr>
        <p:spPr>
          <a:xfrm>
            <a:off x="5157216" y="6166714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保存タップ（不正）</a:t>
            </a:r>
            <a:endParaRPr lang="en-US" sz="780" dirty="0"/>
          </a:p>
        </p:txBody>
      </p:sp>
      <p:sp>
        <p:nvSpPr>
          <p:cNvPr id="143" name="Text 141"/>
          <p:cNvSpPr/>
          <p:nvPr/>
        </p:nvSpPr>
        <p:spPr>
          <a:xfrm>
            <a:off x="7488936" y="6166714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（自動消去）　from=to同一チェック含む</a:t>
            </a:r>
            <a:endParaRPr lang="en-US" sz="780" dirty="0"/>
          </a:p>
        </p:txBody>
      </p:sp>
      <p:sp>
        <p:nvSpPr>
          <p:cNvPr id="144" name="Shape 142"/>
          <p:cNvSpPr/>
          <p:nvPr/>
        </p:nvSpPr>
        <p:spPr>
          <a:xfrm>
            <a:off x="91440" y="6378854"/>
            <a:ext cx="11978640" cy="248717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73736" y="6415430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削除不可エラー Toast</a:t>
            </a:r>
            <a:endParaRPr lang="en-US" sz="780" dirty="0"/>
          </a:p>
        </p:txBody>
      </p:sp>
      <p:sp>
        <p:nvSpPr>
          <p:cNvPr id="146" name="Text 144"/>
          <p:cNvSpPr/>
          <p:nvPr/>
        </p:nvSpPr>
        <p:spPr>
          <a:xfrm>
            <a:off x="2596896" y="6415430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エラー系</a:t>
            </a:r>
            <a:endParaRPr lang="en-US" sz="780" dirty="0"/>
          </a:p>
        </p:txBody>
      </p:sp>
      <p:sp>
        <p:nvSpPr>
          <p:cNvPr id="147" name="Text 145"/>
          <p:cNvSpPr/>
          <p:nvPr/>
        </p:nvSpPr>
        <p:spPr>
          <a:xfrm>
            <a:off x="3602736" y="6415430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通貨設定</a:t>
            </a:r>
            <a:endParaRPr lang="en-US" sz="780" dirty="0"/>
          </a:p>
        </p:txBody>
      </p:sp>
      <p:sp>
        <p:nvSpPr>
          <p:cNvPr id="148" name="Text 146"/>
          <p:cNvSpPr/>
          <p:nvPr/>
        </p:nvSpPr>
        <p:spPr>
          <a:xfrm>
            <a:off x="5157216" y="6415430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is_home/is_second/使用中を削除</a:t>
            </a:r>
            <a:endParaRPr lang="en-US" sz="780" dirty="0"/>
          </a:p>
        </p:txBody>
      </p:sp>
      <p:sp>
        <p:nvSpPr>
          <p:cNvPr id="149" name="Text 147"/>
          <p:cNvSpPr/>
          <p:nvPr/>
        </p:nvSpPr>
        <p:spPr>
          <a:xfrm>
            <a:off x="7488936" y="6415430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（自動消去）</a:t>
            </a:r>
            <a:endParaRPr lang="en-US" sz="780" dirty="0"/>
          </a:p>
        </p:txBody>
      </p:sp>
      <p:sp>
        <p:nvSpPr>
          <p:cNvPr id="150" name="Shape 148"/>
          <p:cNvSpPr/>
          <p:nvPr/>
        </p:nvSpPr>
        <p:spPr>
          <a:xfrm>
            <a:off x="91440" y="6627571"/>
            <a:ext cx="11978640" cy="24871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73736" y="6664147"/>
            <a:ext cx="230428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保存完了 Toast</a:t>
            </a:r>
            <a:endParaRPr lang="en-US" sz="780" dirty="0"/>
          </a:p>
        </p:txBody>
      </p:sp>
      <p:sp>
        <p:nvSpPr>
          <p:cNvPr id="152" name="Text 150"/>
          <p:cNvSpPr/>
          <p:nvPr/>
        </p:nvSpPr>
        <p:spPr>
          <a:xfrm>
            <a:off x="2596896" y="6664147"/>
            <a:ext cx="88696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9770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システム</a:t>
            </a:r>
            <a:endParaRPr lang="en-US" sz="780" dirty="0"/>
          </a:p>
        </p:txBody>
      </p:sp>
      <p:sp>
        <p:nvSpPr>
          <p:cNvPr id="153" name="Text 151"/>
          <p:cNvSpPr/>
          <p:nvPr/>
        </p:nvSpPr>
        <p:spPr>
          <a:xfrm>
            <a:off x="3602736" y="6664147"/>
            <a:ext cx="143560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各登録画面</a:t>
            </a:r>
            <a:endParaRPr lang="en-US" sz="780" dirty="0"/>
          </a:p>
        </p:txBody>
      </p:sp>
      <p:sp>
        <p:nvSpPr>
          <p:cNvPr id="154" name="Text 152"/>
          <p:cNvSpPr/>
          <p:nvPr/>
        </p:nvSpPr>
        <p:spPr>
          <a:xfrm>
            <a:off x="5157216" y="6664147"/>
            <a:ext cx="221284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保存成功</a:t>
            </a:r>
            <a:endParaRPr lang="en-US" sz="780" dirty="0"/>
          </a:p>
        </p:txBody>
      </p:sp>
      <p:sp>
        <p:nvSpPr>
          <p:cNvPr id="155" name="Text 153"/>
          <p:cNvSpPr/>
          <p:nvPr/>
        </p:nvSpPr>
        <p:spPr>
          <a:xfrm>
            <a:off x="7488936" y="6664147"/>
            <a:ext cx="4681728" cy="1938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ホーム画面（自動遷移）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4461</Words>
  <Application>WPS Presentation</Application>
  <PresentationFormat>On-screen Show (16:9)</PresentationFormat>
  <Paragraphs>743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ＭＳ Ｐゴシック</vt:lpstr>
      <vt:lpstr>Wingdings</vt:lpstr>
      <vt:lpstr>Arial</vt:lpstr>
      <vt:lpstr>Arial</vt:lpstr>
      <vt:lpstr>Cambria</vt:lpstr>
      <vt:lpstr>Cambria</vt:lpstr>
      <vt:lpstr>Cambria</vt:lpstr>
      <vt:lpstr>SimSun</vt:lpstr>
      <vt:lpstr>Calibri</vt:lpstr>
      <vt:lpstr>ＭＳ Ｐゴシック</vt:lpstr>
      <vt:lpstr>Microsoft YaHei</vt:lpstr>
      <vt:lpstr>Arial Unicode MS</vt:lpstr>
      <vt:lpstr>游ゴシック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家計簿アプリ 画面遷移図 Ver.1.1</dc:title>
  <dc:creator>PptxGenJS</dc:creator>
  <dc:subject>PptxGenJS Presentation</dc:subject>
  <cp:lastModifiedBy>User</cp:lastModifiedBy>
  <cp:revision>3</cp:revision>
  <dcterms:created xsi:type="dcterms:W3CDTF">2026-06-28T06:55:00Z</dcterms:created>
  <dcterms:modified xsi:type="dcterms:W3CDTF">2026-06-29T00:54:19Z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101CECAC6BF54F988DA5A5E43803B03D</vt:lpwstr>
  </property>
  <property fmtid="{D5CDD505-2E9C-101B-9397-08002B2CF9AE}" pid="3" name="KSOProductBuildVer">
    <vt:lpwstr>1041-11.2.0.10721</vt:lpwstr>
  </property>
</Properties>
</file>